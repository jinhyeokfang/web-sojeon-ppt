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300" r:id="rId3"/>
    <p:sldId id="265" r:id="rId4"/>
    <p:sldId id="269" r:id="rId5"/>
    <p:sldId id="282" r:id="rId6"/>
    <p:sldId id="280" r:id="rId7"/>
    <p:sldId id="281" r:id="rId8"/>
    <p:sldId id="284" r:id="rId9"/>
    <p:sldId id="285" r:id="rId10"/>
    <p:sldId id="286" r:id="rId11"/>
    <p:sldId id="287" r:id="rId12"/>
    <p:sldId id="288" r:id="rId13"/>
    <p:sldId id="289" r:id="rId14"/>
    <p:sldId id="291" r:id="rId15"/>
    <p:sldId id="292" r:id="rId16"/>
    <p:sldId id="293" r:id="rId17"/>
    <p:sldId id="294" r:id="rId18"/>
    <p:sldId id="295" r:id="rId19"/>
    <p:sldId id="266" r:id="rId20"/>
    <p:sldId id="268" r:id="rId21"/>
    <p:sldId id="267" r:id="rId22"/>
    <p:sldId id="296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36"/>
    <a:srgbClr val="36A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871A-5F54-4B44-BD88-A9872D3E4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073CEF-720D-4E40-8B02-7AC35476A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4453B-BBE4-4423-BEB3-84BA2AC8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4511A-83BF-4B71-8C7C-9A4D695E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0AAF5-E1A5-4EB3-9BDA-2FEE3F3C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FC6F1-607F-404E-A76B-0E5363C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30E43B-A2CE-46C8-A684-1589D6CF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DD909-7D81-45E0-BE50-626F3BE2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05CEF-D2B3-4DA7-BECD-6EA32646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0ED5F-55B5-42AB-AE4B-ABC66BDD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0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53ECE-A0BB-4C26-9991-04863D8B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0C93A-C150-4083-95BE-80D501ABF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2547A2-972E-4B7C-A541-8CBFF6AA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43C4F-5BF1-466D-AB44-9E311B14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22CC0-447F-492F-B070-CDD5F3B9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7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2E94D-3774-4DB3-86C0-A03FA712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A1D51-513F-499C-A056-56C5E531D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C2745-777C-42BD-88AD-0A06C302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B5E045-0489-437D-A534-69392FEC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A2493E-785A-44DA-9D7E-6AEB833F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9F784-CEFA-4109-B1B4-BA2FE139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7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40F5-5133-4D88-9060-0823338F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CFC2B1-A9DA-44C8-B0DB-E290DDD7B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43C564-9046-4399-84D9-0C19FD667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8F998C-D3DC-4B59-B45A-868C1CD80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06BA47-C578-422E-980D-9A7DA3C31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17A4AC-753F-456F-AD04-45A18E69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E167AD-10F8-435F-A867-24FAA500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03288B-7622-4E8D-9CE7-D830D7C3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97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8EC5E-849F-460C-86BA-305F522A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0EE33-FD19-4E6B-9633-3501DB08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4A724A-FEA9-4EDF-B460-FE5D81C4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F93AFE-3257-49F1-95A7-50ECE7EE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3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C302FB-BB05-4377-AFEF-8A539368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E19AB4-1DB6-4F0F-A6BA-CAA644D2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A20C4-A8FB-4C06-B1A7-E313D373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23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1DC3F-A9B6-49A1-ACBF-7F617C4A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98400-7D3C-4B0F-8240-F536BEE64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BFD88-AF8C-41FA-8002-C75E42D0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416D1-4EDB-464B-B083-5D7A7871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90510-8EA0-4E5A-AF9D-710F5862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22DE0-1F46-4A06-9D1F-ECDE718B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00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62A3-E505-4EEB-8395-573B6D4A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C7DD1E-EB7F-41F6-AAF7-96F60C4EC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2022B-15AB-478E-99BC-7BE63522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CDE66-57D6-4CEB-A183-AB748BF6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F578-9CFE-4FC9-BDEE-F7FAE7B7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060A94-9A29-4E93-8E70-82B6C4A0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46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B7AF4-0837-4B86-BB6A-0E19B9BB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720EE9-1227-4FF1-A28C-7451FF016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F658B6-845E-440E-8733-9D96795D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8459C-5929-4018-8656-9F815051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BA47D-9A07-4BAC-853E-2CE00A04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89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BE7BED-8E51-42F5-B2B9-582DD531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D0A4F3-7010-4CB6-86FE-B7296DF63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AD0C4-E02D-472D-AFCE-95A15023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102EA-3A46-4167-87D7-FAAB5C62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0F4BB-EEC0-4BC5-BB9A-D50CB0FA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tx1"/>
            </a:gs>
            <a:gs pos="100000">
              <a:srgbClr val="00123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2DE0E0-27AB-4082-9BD7-8C5663F8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F95762-1F89-412F-9FC3-CE62DF5C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63F4F-836E-402D-89CD-36ECF633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C55FC-3EC7-485F-AD1B-53ADD59EA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40418-5420-4BA9-A18A-DD846B74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cs.mongodb.com/manual/tutorial/install-mongodb-on-ubunt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PM2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미세먼지 아님 </a:t>
            </a:r>
            <a:r>
              <a:rPr lang="en-US" altLang="ko-KR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PM2.5 </a:t>
            </a:r>
            <a:r>
              <a:rPr lang="ko-KR" altLang="en-US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아님</a:t>
            </a:r>
            <a:endParaRPr lang="en-US" altLang="ko-KR" b="1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프로세스 관리 도구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Cluster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지원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4F890C-D99C-4D74-9928-267F456EE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6850"/>
            <a:ext cx="58864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PM2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C525BF58-602E-47AC-804D-21A81420E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965" y="776611"/>
            <a:ext cx="5543550" cy="6210300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3785C064-3141-4CEE-84EE-BD76C082E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549" y="1029809"/>
            <a:ext cx="5676402" cy="566173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9655762-A6C7-4A5A-B66A-AB97FFC512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070" y="776611"/>
            <a:ext cx="43624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VPS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Virtual Private Server</a:t>
            </a: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물리적 서버를 여러 개의 가상 서버로 쪼개서 사용하는 가상화 방법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여러 호스팅 업체들이 서비스 중임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Vultr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Linode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GCP...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여백이 부족해 더 적지 못함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NAS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 직접 서버컴퓨터를 세팅 할 게 아니라면 무조건 사용하게 됨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110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SSH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Secure Shell</a:t>
            </a: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원격으로 컴퓨터에 접속하기 위해 사용하는 프로토콜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ssh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[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계정 이름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]@[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주소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] </a:t>
            </a:r>
            <a:r>
              <a:rPr lang="ko-KR" altLang="en-US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로 접속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261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Google Cloud Platform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AWS,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Azure,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대 클라우드 업체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Compute Engine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가상 머신 서비스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Kubernetes Engine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App Engine</a:t>
            </a:r>
          </a:p>
        </p:txBody>
      </p:sp>
    </p:spTree>
    <p:extLst>
      <p:ext uri="{BB962C8B-B14F-4D97-AF65-F5344CB8AC3E}">
        <p14:creationId xmlns:p14="http://schemas.microsoft.com/office/powerpoint/2010/main" val="415591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1.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프로젝트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46FDBE-7760-4CF2-BE20-2F645CBC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675" y="1505844"/>
            <a:ext cx="8806649" cy="495374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1EBD7CC-636A-493D-89E9-0F506A7DC600}"/>
              </a:ext>
            </a:extLst>
          </p:cNvPr>
          <p:cNvSpPr/>
          <p:nvPr/>
        </p:nvSpPr>
        <p:spPr>
          <a:xfrm>
            <a:off x="1766656" y="4219113"/>
            <a:ext cx="497149" cy="248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42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2. 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컴퓨트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엔진 인스턴스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88803F-3675-42FB-8CE1-E91EAA87D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452" y="1569129"/>
            <a:ext cx="8629095" cy="48538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4C346BF-C053-4388-8EB3-5FEC840C0671}"/>
              </a:ext>
            </a:extLst>
          </p:cNvPr>
          <p:cNvSpPr/>
          <p:nvPr/>
        </p:nvSpPr>
        <p:spPr>
          <a:xfrm>
            <a:off x="2689934" y="3402366"/>
            <a:ext cx="648069" cy="2752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27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2. 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컴퓨트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엔진 인스턴스 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1A305C-B204-4D10-A7A4-9F25E6CE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29" y="1571348"/>
            <a:ext cx="8451542" cy="475399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E4C172E-588E-469D-AF10-F4D784386302}"/>
              </a:ext>
            </a:extLst>
          </p:cNvPr>
          <p:cNvSpPr/>
          <p:nvPr/>
        </p:nvSpPr>
        <p:spPr>
          <a:xfrm>
            <a:off x="5956917" y="5433134"/>
            <a:ext cx="1029809" cy="4261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15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D1BC25E-208B-4B57-9650-A4141907A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94" y="1489753"/>
            <a:ext cx="9099612" cy="51185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2. 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컴퓨트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엔진 인스턴스 생성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7598626-8AE8-463B-AC53-BDC5779C4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837" y="3588799"/>
            <a:ext cx="3387202" cy="277201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us-west-1(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오리건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  <a:p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e2-micro</a:t>
            </a:r>
          </a:p>
          <a:p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표준 영구디스크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33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5B1E0E-3ED5-446C-8DFF-7C66F808E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53" y="1864826"/>
            <a:ext cx="8387493" cy="47179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2. 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컴퓨트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엔진 인스턴스 생성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7598626-8AE8-463B-AC53-BDC5779C4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198" y="3500023"/>
            <a:ext cx="3387202" cy="277201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Linux </a:t>
            </a:r>
            <a:r>
              <a:rPr lang="ko-KR" altLang="en-US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배포판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중 아무거나 선택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Ubuntu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추천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http, https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트래픽 허용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28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3.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인스턴스 접속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xshell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B5E8D2-DE46-4605-815C-F095E41F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8654"/>
            <a:ext cx="6312629" cy="476435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CAB6BFD-EEF1-4033-8014-D93BC6501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6251" y="2808700"/>
            <a:ext cx="3085730" cy="124059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호스트에는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외부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IP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입력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2887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3.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인스턴스 접속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xshell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CAB6BFD-EEF1-4033-8014-D93BC6501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6251" y="2808700"/>
            <a:ext cx="3085730" cy="1240599"/>
          </a:xfrm>
        </p:spPr>
        <p:txBody>
          <a:bodyPr/>
          <a:lstStyle/>
          <a:p>
            <a:pPr marL="0" indent="0">
              <a:buNone/>
            </a:pPr>
            <a:r>
              <a:rPr lang="en-US" altLang="ko-KR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Public Key </a:t>
            </a:r>
            <a:r>
              <a:rPr lang="ko-KR" altLang="en-US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선택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159BD6-7160-409F-9B7D-3B69F1748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23" y="1685510"/>
            <a:ext cx="6093559" cy="472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74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3.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인스턴스 접속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xshell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FE976E-3A5A-4424-87B8-A06D50C5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79" y="1770587"/>
            <a:ext cx="8441425" cy="4933010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972A3A7-FBD0-419F-970B-61EA9D74C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4233" y="2809241"/>
            <a:ext cx="2366638" cy="12395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KEY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생성 후 복사해서 메모장에 잠시 보관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239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3.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인스턴스 접속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xshell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4984951-44CD-4A6B-AFCA-5C7F6545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524" y="1690688"/>
            <a:ext cx="8566951" cy="481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73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3.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인스턴스 접속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xshell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73AAB94-F3A8-4A5B-8758-54D79C11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967" y="5846805"/>
            <a:ext cx="2118063" cy="553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SSH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키 복사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F818C4-1D69-4F69-A68B-A0C5E890A6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 r="28495" b="9126"/>
          <a:stretch/>
        </p:blipFill>
        <p:spPr>
          <a:xfrm>
            <a:off x="342756" y="1839897"/>
            <a:ext cx="11506488" cy="369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50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4.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설치 및 서버 실행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3B1CB-16AE-4342-9506-91E40F5587F5}"/>
              </a:ext>
            </a:extLst>
          </p:cNvPr>
          <p:cNvSpPr txBox="1"/>
          <p:nvPr/>
        </p:nvSpPr>
        <p:spPr>
          <a:xfrm>
            <a:off x="597022" y="1699563"/>
            <a:ext cx="670042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MongoDB </a:t>
            </a:r>
            <a:r>
              <a:rPr lang="ko-KR" altLang="en-US" sz="2800" dirty="0">
                <a:solidFill>
                  <a:schemeClr val="bg1"/>
                </a:solidFill>
              </a:rPr>
              <a:t>설치</a:t>
            </a:r>
            <a:endParaRPr lang="en-US" altLang="ko-KR" sz="2800" dirty="0">
              <a:solidFill>
                <a:schemeClr val="bg1"/>
              </a:solidFill>
            </a:endParaRPr>
          </a:p>
          <a:p>
            <a:r>
              <a:rPr lang="ko-KR" altLang="en-US" sz="2800" dirty="0">
                <a:solidFill>
                  <a:schemeClr val="bg1"/>
                </a:solidFill>
                <a:hlinkClick r:id="rId2"/>
              </a:rPr>
              <a:t>https://docs.mongodb.com/manual/tutorial/install-mongodb-on-ubuntu/</a:t>
            </a:r>
            <a:endParaRPr lang="en-US" altLang="ko-KR" sz="2800" dirty="0">
              <a:solidFill>
                <a:schemeClr val="bg1"/>
              </a:solidFill>
            </a:endParaRPr>
          </a:p>
          <a:p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89B7923B-FE92-40CE-8AA5-B305643310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9" t="18095" r="10724" b="18430"/>
          <a:stretch/>
        </p:blipFill>
        <p:spPr>
          <a:xfrm>
            <a:off x="597022" y="3176862"/>
            <a:ext cx="6459245" cy="3165090"/>
          </a:xfrm>
          <a:prstGeom prst="rect">
            <a:avLst/>
          </a:prstGeom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39B8D464-B146-48C0-B48E-E3F96CDF8F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8" t="23967" r="17886" b="23245"/>
          <a:stretch/>
        </p:blipFill>
        <p:spPr>
          <a:xfrm>
            <a:off x="7128769" y="3221252"/>
            <a:ext cx="3373514" cy="227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59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4.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설치 및 서버 실행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3B1CB-16AE-4342-9506-91E40F5587F5}"/>
              </a:ext>
            </a:extLst>
          </p:cNvPr>
          <p:cNvSpPr txBox="1"/>
          <p:nvPr/>
        </p:nvSpPr>
        <p:spPr>
          <a:xfrm>
            <a:off x="597022" y="1699563"/>
            <a:ext cx="96122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</a:rPr>
              <a:t>서버 코드 압축 후 드래그 앤 드롭으로 원격 서버에 저장</a:t>
            </a: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7365954E-E030-45D6-8491-87FA98C123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1" t="20873" r="16188" b="20261"/>
          <a:stretch/>
        </p:blipFill>
        <p:spPr>
          <a:xfrm>
            <a:off x="506028" y="2618912"/>
            <a:ext cx="4287914" cy="298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78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GCP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실습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5.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결과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9AF1C9-B20F-45A6-B87F-6E2AFEBA5F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35" r="30898" b="60000"/>
          <a:stretch/>
        </p:blipFill>
        <p:spPr>
          <a:xfrm>
            <a:off x="644422" y="1690688"/>
            <a:ext cx="10903156" cy="3200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C01F22-7E6F-4069-A3DA-337828C3DF91}"/>
              </a:ext>
            </a:extLst>
          </p:cNvPr>
          <p:cNvSpPr txBox="1"/>
          <p:nvPr/>
        </p:nvSpPr>
        <p:spPr>
          <a:xfrm>
            <a:off x="1289851" y="5046444"/>
            <a:ext cx="96122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</a:rPr>
              <a:t>인스턴스의 외부 </a:t>
            </a:r>
            <a:r>
              <a:rPr lang="en-US" altLang="ko-KR" sz="2800" dirty="0" err="1">
                <a:solidFill>
                  <a:schemeClr val="bg1"/>
                </a:solidFill>
              </a:rPr>
              <a:t>ip</a:t>
            </a:r>
            <a:r>
              <a:rPr lang="ko-KR" altLang="en-US" sz="2800" dirty="0">
                <a:solidFill>
                  <a:schemeClr val="bg1"/>
                </a:solidFill>
              </a:rPr>
              <a:t>로 접속해 동작 화면을 확인한다</a:t>
            </a:r>
            <a:r>
              <a:rPr lang="en-US" altLang="ko-KR" sz="2800" dirty="0">
                <a:solidFill>
                  <a:schemeClr val="bg1"/>
                </a:solidFill>
              </a:rPr>
              <a:t>.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385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Nginx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Event-driven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기반 웹 서버 소프트웨어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Apache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비해서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더 성능이 우수하고 가볍다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Apache: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클라이언트 수 만큼 스레드를 만들어서 요청을 처리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CPU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많이 낭비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Nginx: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모든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IO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Event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로 처리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스레드를 적게 사용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사용하는 법이 간단함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Apache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비해 모듈 수가 부족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8773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Nginx –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왜 사용해야 하는가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 웹서버인데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왜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nginx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사용하는가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Reverse Proxy </a:t>
            </a:r>
            <a:r>
              <a:rPr lang="ko-KR" altLang="en-US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역할 </a:t>
            </a:r>
            <a:r>
              <a:rPr lang="en-US" altLang="ko-KR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 </a:t>
            </a:r>
            <a:r>
              <a:rPr lang="ko-KR" altLang="en-US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중요</a:t>
            </a:r>
            <a:endParaRPr lang="en-US" altLang="ko-KR" b="1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lvl="1"/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보안을 위해서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SSL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인증서 먹이기 편하니까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도메인 처리하려고 등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...</a:t>
            </a: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정적 파일 서비스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Express.static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보다 더 빠름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한 컴퓨터에 동작하는 서버가 여러 개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690758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Let’s Encrypt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도메인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DNS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관한 설명은 생략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개월동안 사용 가능한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SSL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인증서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(https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위해 필요함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무료로 발급해줌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Certbot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 사용하면 자동 갱신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&amp;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nginx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와 연동 됨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Cloudflare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등을 사용하는 다른 방법도 있음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8801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https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적용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DNS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설정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514350" indent="-514350"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Nginx,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Certbot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설치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514350" indent="-514350"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Nginx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설정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514350" indent="-514350">
              <a:buAutoNum type="arabicPeriod"/>
            </a:pP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Certbot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설정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514350" indent="-514350"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Nginx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재시작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514350" indent="-514350"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https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적용 확인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514350" indent="-514350">
              <a:buAutoNum type="arabicPeriod"/>
            </a:pP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A8B45CEA-EA26-400A-9F77-0CB4780F6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794" y="681037"/>
            <a:ext cx="646236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TM03457444[[fn=기본]]</Template>
  <TotalTime>2878</TotalTime>
  <Words>442</Words>
  <Application>Microsoft Office PowerPoint</Application>
  <PresentationFormat>와이드스크린</PresentationFormat>
  <Paragraphs>79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나눔스퀘어라운드 Regular</vt:lpstr>
      <vt:lpstr>맑은 고딕</vt:lpstr>
      <vt:lpstr>Arial</vt:lpstr>
      <vt:lpstr>Office 테마</vt:lpstr>
      <vt:lpstr>PM2</vt:lpstr>
      <vt:lpstr>PM2</vt:lpstr>
      <vt:lpstr>VPS</vt:lpstr>
      <vt:lpstr>SSH</vt:lpstr>
      <vt:lpstr>GCP</vt:lpstr>
      <vt:lpstr>GCP 실습 – 1. 프로젝트 생성</vt:lpstr>
      <vt:lpstr>GCP 실습 – 2. 컴퓨트 엔진 인스턴스 생성</vt:lpstr>
      <vt:lpstr>GCP 실습 – 2. 컴퓨트 엔진 인스턴스 생성</vt:lpstr>
      <vt:lpstr>GCP 실습 – 2. 컴퓨트 엔진 인스턴스 생성</vt:lpstr>
      <vt:lpstr>GCP 실습 – 2. 컴퓨트 엔진 인스턴스 생성</vt:lpstr>
      <vt:lpstr>GCP 실습 – 3. 인스턴스 접속 (xshell)</vt:lpstr>
      <vt:lpstr>GCP 실습 – 3. 인스턴스 접속 (xshell)</vt:lpstr>
      <vt:lpstr>GCP 실습 – 3. 인스턴스 접속 (xshell)</vt:lpstr>
      <vt:lpstr>GCP 실습 – 3. 인스턴스 접속 (xshell)</vt:lpstr>
      <vt:lpstr>GCP 실습 – 3. 인스턴스 접속 (xshell)</vt:lpstr>
      <vt:lpstr>GCP 실습 – 4. 설치 및 서버 실행</vt:lpstr>
      <vt:lpstr>GCP 실습 – 4. 설치 및 서버 실행</vt:lpstr>
      <vt:lpstr>GCP 실습 – 5. 결과 확인</vt:lpstr>
      <vt:lpstr>Nginx</vt:lpstr>
      <vt:lpstr>Nginx – 왜 사용해야 하는가</vt:lpstr>
      <vt:lpstr>Let’s Encrypt</vt:lpstr>
      <vt:lpstr>https 적용 실습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강사 소개</dc:title>
  <dc:creator>진혁 방</dc:creator>
  <cp:lastModifiedBy>방진혁</cp:lastModifiedBy>
  <cp:revision>529</cp:revision>
  <dcterms:created xsi:type="dcterms:W3CDTF">2021-08-11T13:53:19Z</dcterms:created>
  <dcterms:modified xsi:type="dcterms:W3CDTF">2021-10-18T09:40:10Z</dcterms:modified>
</cp:coreProperties>
</file>