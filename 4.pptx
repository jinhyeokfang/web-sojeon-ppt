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9" r:id="rId11"/>
    <p:sldId id="284" r:id="rId12"/>
    <p:sldId id="285" r:id="rId13"/>
    <p:sldId id="286" r:id="rId14"/>
    <p:sldId id="278" r:id="rId15"/>
    <p:sldId id="287" r:id="rId16"/>
    <p:sldId id="288" r:id="rId17"/>
    <p:sldId id="280" r:id="rId18"/>
    <p:sldId id="282" r:id="rId19"/>
    <p:sldId id="294" r:id="rId20"/>
    <p:sldId id="281" r:id="rId21"/>
    <p:sldId id="283" r:id="rId22"/>
    <p:sldId id="297" r:id="rId23"/>
    <p:sldId id="292" r:id="rId24"/>
    <p:sldId id="293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36"/>
    <a:srgbClr val="36A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2871A-5F54-4B44-BD88-A9872D3E4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073CEF-720D-4E40-8B02-7AC35476A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4453B-BBE4-4423-BEB3-84BA2AC8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4511A-83BF-4B71-8C7C-9A4D695E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0AAF5-E1A5-4EB3-9BDA-2FEE3F3C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3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FC6F1-607F-404E-A76B-0E5363CE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30E43B-A2CE-46C8-A684-1589D6CF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DD909-7D81-45E0-BE50-626F3BE2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05CEF-D2B3-4DA7-BECD-6EA32646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0ED5F-55B5-42AB-AE4B-ABC66BDD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0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53ECE-A0BB-4C26-9991-04863D8B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0C93A-C150-4083-95BE-80D501ABF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2547A2-972E-4B7C-A541-8CBFF6AA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43C4F-5BF1-466D-AB44-9E311B14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22CC0-447F-492F-B070-CDD5F3B9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7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2E94D-3774-4DB3-86C0-A03FA712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A1D51-513F-499C-A056-56C5E531D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C2745-777C-42BD-88AD-0A06C302E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B5E045-0489-437D-A534-69392FEC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A2493E-785A-44DA-9D7E-6AEB833F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9F784-CEFA-4109-B1B4-BA2FE139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87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40F5-5133-4D88-9060-0823338F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CFC2B1-A9DA-44C8-B0DB-E290DDD7B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43C564-9046-4399-84D9-0C19FD667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8F998C-D3DC-4B59-B45A-868C1CD80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06BA47-C578-422E-980D-9A7DA3C31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17A4AC-753F-456F-AD04-45A18E69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E167AD-10F8-435F-A867-24FAA500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03288B-7622-4E8D-9CE7-D830D7C3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97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8EC5E-849F-460C-86BA-305F522A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F0EE33-FD19-4E6B-9633-3501DB08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4A724A-FEA9-4EDF-B460-FE5D81C4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F93AFE-3257-49F1-95A7-50ECE7EE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53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C302FB-BB05-4377-AFEF-8A539368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E19AB4-1DB6-4F0F-A6BA-CAA644D2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A20C4-A8FB-4C06-B1A7-E313D373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23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1DC3F-A9B6-49A1-ACBF-7F617C4A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98400-7D3C-4B0F-8240-F536BEE64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BFD88-AF8C-41FA-8002-C75E42D09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416D1-4EDB-464B-B083-5D7A7871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90510-8EA0-4E5A-AF9D-710F5862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22DE0-1F46-4A06-9D1F-ECDE718B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00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62A3-E505-4EEB-8395-573B6D4A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C7DD1E-EB7F-41F6-AAF7-96F60C4EC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62022B-15AB-478E-99BC-7BE635229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DCDE66-57D6-4CEB-A183-AB748BF6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F578-9CFE-4FC9-BDEE-F7FAE7B7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060A94-9A29-4E93-8E70-82B6C4A0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46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B7AF4-0837-4B86-BB6A-0E19B9BB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720EE9-1227-4FF1-A28C-7451FF016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F658B6-845E-440E-8733-9D96795D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8459C-5929-4018-8656-9F815051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BA47D-9A07-4BAC-853E-2CE00A04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89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BE7BED-8E51-42F5-B2B9-582DD5312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D0A4F3-7010-4CB6-86FE-B7296DF63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AD0C4-E02D-472D-AFCE-95A15023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B102EA-3A46-4167-87D7-FAAB5C62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0F4BB-EEC0-4BC5-BB9A-D50CB0FA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tx1"/>
            </a:gs>
            <a:gs pos="100000">
              <a:srgbClr val="00123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2DE0E0-27AB-4082-9BD7-8C5663F8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F95762-1F89-412F-9FC3-CE62DF5C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63F4F-836E-402D-89CD-36ECF633D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C55FC-3EC7-485F-AD1B-53ADD59EA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40418-5420-4BA9-A18A-DD846B742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acmicpc.net/problem/5639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jaehun2841.github.io/2019/02/24/2019-02-24-mongodb-2/#aggregation-pipeline" TargetMode="External"/><Relationship Id="rId2" Type="http://schemas.openxmlformats.org/officeDocument/2006/relationships/hyperlink" Target="https://mongoosejs.com/docs/api/aggregate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Database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는 무엇인가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통합되어 관리되는 데이터의 집합체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자료를 </a:t>
            </a:r>
            <a:r>
              <a:rPr lang="ko-KR" altLang="en-US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구조화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해서 효율적으로 처리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파일로 관리하는 것보다 효율적이고 빠름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메모리에 올려 관리하면 서버가 갑작스럽게 종료되었을 때 데이터가 모두 사라짐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&amp;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메모리 과다 사용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191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관계형 데이터베이스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그리고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SQL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관계형 데이터베이스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데이터를 테이블로 저장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융통성이 좀 없는 편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MySQL, MariaDB,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Oracle, PostgreSQL, SQLite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SQL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주로 관계형 데이터베이스에 쓰이는 질의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(Query)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언어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27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관계형 데이터베이스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그리고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SQL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174719FA-0A50-4500-A129-5409D1261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319579"/>
              </p:ext>
            </p:extLst>
          </p:nvPr>
        </p:nvGraphicFramePr>
        <p:xfrm>
          <a:off x="2032000" y="2654998"/>
          <a:ext cx="8127999" cy="2884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626098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77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73475336"/>
                    </a:ext>
                  </a:extLst>
                </a:gridCol>
              </a:tblGrid>
              <a:tr h="4807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Age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368352"/>
                  </a:ext>
                </a:extLst>
              </a:tr>
              <a:tr h="4807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This_is_ID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치즈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95391"/>
                  </a:ext>
                </a:extLst>
              </a:tr>
              <a:tr h="48077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270005"/>
                  </a:ext>
                </a:extLst>
              </a:tr>
              <a:tr h="48077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009189"/>
                  </a:ext>
                </a:extLst>
              </a:tr>
              <a:tr h="48077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7983"/>
                  </a:ext>
                </a:extLst>
              </a:tr>
              <a:tr h="48077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97980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604E5F1-8713-465D-98E6-82067077C74C}"/>
              </a:ext>
            </a:extLst>
          </p:cNvPr>
          <p:cNvSpPr/>
          <p:nvPr/>
        </p:nvSpPr>
        <p:spPr>
          <a:xfrm>
            <a:off x="1917576" y="2375064"/>
            <a:ext cx="2956264" cy="3444536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51E1FD8-995E-4EE9-9E05-4B18C3949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027" y="1844444"/>
            <a:ext cx="1443362" cy="44705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column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7EF1341-8605-4054-BD3E-215E5588E8AD}"/>
              </a:ext>
            </a:extLst>
          </p:cNvPr>
          <p:cNvSpPr txBox="1">
            <a:spLocks/>
          </p:cNvSpPr>
          <p:nvPr/>
        </p:nvSpPr>
        <p:spPr>
          <a:xfrm>
            <a:off x="855956" y="3112890"/>
            <a:ext cx="928827" cy="447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row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F9A881-BCFB-475E-A521-2BD1807C0C83}"/>
              </a:ext>
            </a:extLst>
          </p:cNvPr>
          <p:cNvSpPr/>
          <p:nvPr/>
        </p:nvSpPr>
        <p:spPr>
          <a:xfrm>
            <a:off x="1774178" y="2975878"/>
            <a:ext cx="8500246" cy="663967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9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NoSQL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Not Only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SQL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줄임말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관계형 데이터베이스가 아니라면 모두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NoSQL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Key-value DB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Key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와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Value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쌍으로 데이터를 처리하는 단순한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DB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ex) Redis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Document DB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JSON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Document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단위로 데이터를 처리하는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DB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ex) MongoDB</a:t>
            </a: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4309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MongoDB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JSON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을 변형시킨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BSON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을 기반으로 데이터를 관리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문법이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와 상당히 흡사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	</a:t>
            </a: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77C1EE9C-D30B-4479-851B-F63A548B3C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6" t="4087" b="3997"/>
          <a:stretch/>
        </p:blipFill>
        <p:spPr>
          <a:xfrm>
            <a:off x="838199" y="2943772"/>
            <a:ext cx="3521413" cy="3549103"/>
          </a:xfrm>
          <a:prstGeom prst="rect">
            <a:avLst/>
          </a:prstGeom>
        </p:spPr>
      </p:pic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41D6D1AC-255D-4082-BBF2-78BCB57E12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8" t="3370" b="704"/>
          <a:stretch/>
        </p:blipFill>
        <p:spPr>
          <a:xfrm>
            <a:off x="4953000" y="2943772"/>
            <a:ext cx="5336766" cy="354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4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Mongoose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MongoDB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ODM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중 가장 많이 쓰이는 라이브러리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ODM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ORM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Document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버전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ORM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rdb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Relation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과 객체 매핑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ODM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은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document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와 객체를 매핑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ORM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RDB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모델을 객체 지향 언어의 객체로 다룰 수 있음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-&gt; DB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와의 종속성이 줄어들어 더 직관적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6739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Mongoose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B11AAE60-70DD-463A-AFD9-18E47639D3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0" t="17340" r="8818" b="16872"/>
          <a:stretch/>
        </p:blipFill>
        <p:spPr>
          <a:xfrm>
            <a:off x="1348902" y="1867711"/>
            <a:ext cx="9494196" cy="408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4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MongoDB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MongoDB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없으면 다운로드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 Compress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있는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mongosh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로 실습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로 들어와도 되지만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deprecated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된 지라 추천하지 않음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모든 기능을 가르치지 않음</a:t>
            </a:r>
            <a:r>
              <a:rPr lang="en-US" altLang="ko-KR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https://docs.mongodb.com/manual/crud/</a:t>
            </a:r>
          </a:p>
        </p:txBody>
      </p:sp>
    </p:spTree>
    <p:extLst>
      <p:ext uri="{BB962C8B-B14F-4D97-AF65-F5344CB8AC3E}">
        <p14:creationId xmlns:p14="http://schemas.microsoft.com/office/powerpoint/2010/main" val="323501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Database, Collection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34E90F-C6E5-4D2F-AD29-044BCE21AA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8" t="23903" r="16740" b="23451"/>
          <a:stretch/>
        </p:blipFill>
        <p:spPr>
          <a:xfrm>
            <a:off x="838200" y="2462498"/>
            <a:ext cx="4134255" cy="2266545"/>
          </a:xfrm>
          <a:prstGeom prst="rect">
            <a:avLst/>
          </a:prstGeom>
        </p:spPr>
      </p:pic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4243D27B-6A58-424B-A186-11CC9E6831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20917" r="12032" b="20148"/>
          <a:stretch/>
        </p:blipFill>
        <p:spPr>
          <a:xfrm>
            <a:off x="5614483" y="2202943"/>
            <a:ext cx="6052224" cy="278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23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Document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8A3CBAA8-F13D-4F5F-8B21-0890AA9BD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4808" y="1276350"/>
            <a:ext cx="75819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56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Read Document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E61DFE6C-D8C4-48A5-8CC5-65547BB21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2579" y="771511"/>
            <a:ext cx="7258050" cy="6210300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D698A547-9E8E-4931-859A-97FB089FA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585" y="771511"/>
            <a:ext cx="42100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420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Update Document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B7B5FA-BDEC-4AE2-B5F9-DE058547A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4081" y="814711"/>
            <a:ext cx="725805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08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Delete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Document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A372EF-CBD0-4085-93BC-953EBB1BB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838" y="814710"/>
            <a:ext cx="725805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00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Mongoose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npm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mongoose</a:t>
            </a:r>
          </a:p>
        </p:txBody>
      </p:sp>
    </p:spTree>
    <p:extLst>
      <p:ext uri="{BB962C8B-B14F-4D97-AF65-F5344CB8AC3E}">
        <p14:creationId xmlns:p14="http://schemas.microsoft.com/office/powerpoint/2010/main" val="454323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Schema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BD3777B1-4BBC-49D0-B236-697992C388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2" t="11063" r="10399" b="10923"/>
          <a:stretch/>
        </p:blipFill>
        <p:spPr>
          <a:xfrm>
            <a:off x="836946" y="1507787"/>
            <a:ext cx="5259054" cy="4562271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12AFD56E-90F1-4EC5-9898-7930EF38E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030" y="655404"/>
            <a:ext cx="7050137" cy="597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0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Model &amp; CRUD Document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3CBAA8-F13D-4F5F-8B21-0890AA9BD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20" y="1635589"/>
            <a:ext cx="7581900" cy="358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94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Populate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주의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성능이 좋지 못하므로 사용하지 않는 것을 추천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65594F6B-5F16-45D0-A597-E9F98B0A29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2" t="11488" r="8051" b="9931"/>
          <a:stretch/>
        </p:blipFill>
        <p:spPr>
          <a:xfrm>
            <a:off x="419100" y="2431915"/>
            <a:ext cx="5904689" cy="4242720"/>
          </a:xfrm>
          <a:prstGeom prst="rect">
            <a:avLst/>
          </a:prstGeom>
        </p:spPr>
      </p:pic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67722ED4-4288-4D0D-9534-88469F59CE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2" t="27566" r="9286" b="25089"/>
          <a:stretch/>
        </p:blipFill>
        <p:spPr>
          <a:xfrm>
            <a:off x="6186790" y="2431915"/>
            <a:ext cx="5914418" cy="12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768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Index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1045"/>
            <a:ext cx="5257801" cy="436591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쿼리의 성능을 더 높여주는 기능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Index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기준으로 이진 트리를 만들어 읽는 속도 절감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_id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가 기본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index</a:t>
            </a: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출처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hlinkClick r:id="rId2"/>
              </a:rPr>
              <a:t>https://www.acmicpc.net/problem/5639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026" name="Picture 2" descr="5639번: 이진 검색 트리">
            <a:extLst>
              <a:ext uri="{FF2B5EF4-FFF2-40B4-BE49-F238E27FC236}">
                <a16:creationId xmlns:a16="http://schemas.microsoft.com/office/drawing/2014/main" id="{38B97785-85F3-4396-915C-718ACDFC5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322" y="3014138"/>
            <a:ext cx="5358321" cy="3043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466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Index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FBB23F6D-F423-4753-9DD2-CB7D2813B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650" y="935669"/>
            <a:ext cx="99060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30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Aggregate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생략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왜냐면 너무 길어서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hlinkClick r:id="rId2"/>
              </a:rPr>
              <a:t>https://mongoosejs.com/docs/api/aggregate.html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hlinkClick r:id="rId3"/>
              </a:rPr>
              <a:t>https://jaehun2841.github.io/2019/02/24/2019-02-24-mongodb-2/#aggregation-pipeline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꽤 유용한 기능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250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Authentication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C4C4FAAD-0F35-42A8-8D83-5CF93FFD8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9419"/>
            <a:ext cx="12192000" cy="59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13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Mongoose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치명적인 단점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42D790D-8425-479D-BA7E-8B6F232CC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Mongoose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는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MongoDB Driver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보다 </a:t>
            </a:r>
            <a:r>
              <a:rPr lang="ko-KR" altLang="en-US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더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느리다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https://bugwheels94.medium.com/performance-difference-in-mongoose-vs-mongodb-60be831c69ad</a:t>
            </a: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Mongoose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에서 성능을 최대한 끌어올리는 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https://velog.io/@moongq/MongoDBMongoose-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퍼포먼스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향상시키기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952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Bcrypt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3097CB-5DF7-4E4E-93EF-7A8A4DBCAA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578" b="13461"/>
          <a:stretch/>
        </p:blipFill>
        <p:spPr>
          <a:xfrm>
            <a:off x="5080544" y="1544714"/>
            <a:ext cx="6185670" cy="4842504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42D790D-8425-479D-BA7E-8B6F232CC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출처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한국인터넷진흥원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0240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Bcrypt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E4D2C247-EC14-48E8-9498-C4A0B85708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8" t="9838" r="6606" b="9384"/>
          <a:stretch/>
        </p:blipFill>
        <p:spPr>
          <a:xfrm>
            <a:off x="838200" y="1649855"/>
            <a:ext cx="7075503" cy="475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46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TM03457444[[fn=기본]]</Template>
  <TotalTime>2151</TotalTime>
  <Words>360</Words>
  <Application>Microsoft Office PowerPoint</Application>
  <PresentationFormat>와이드스크린</PresentationFormat>
  <Paragraphs>84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나눔스퀘어라운드 Regular</vt:lpstr>
      <vt:lpstr>맑은 고딕</vt:lpstr>
      <vt:lpstr>Arial</vt:lpstr>
      <vt:lpstr>Office 테마</vt:lpstr>
      <vt:lpstr>Database는 무엇인가</vt:lpstr>
      <vt:lpstr>관계형 데이터베이스, 그리고 SQL</vt:lpstr>
      <vt:lpstr>관계형 데이터베이스, 그리고 SQL</vt:lpstr>
      <vt:lpstr>NoSQL</vt:lpstr>
      <vt:lpstr>MongoDB</vt:lpstr>
      <vt:lpstr>Mongoose</vt:lpstr>
      <vt:lpstr>Mongoose</vt:lpstr>
      <vt:lpstr>MongoDB 실습</vt:lpstr>
      <vt:lpstr>Database, Collection</vt:lpstr>
      <vt:lpstr>Create Document</vt:lpstr>
      <vt:lpstr>Read Document</vt:lpstr>
      <vt:lpstr>Update Document</vt:lpstr>
      <vt:lpstr>Delete Document</vt:lpstr>
      <vt:lpstr>Mongoose 실습</vt:lpstr>
      <vt:lpstr>Schema</vt:lpstr>
      <vt:lpstr>Model &amp; CRUD Document</vt:lpstr>
      <vt:lpstr>Populate</vt:lpstr>
      <vt:lpstr>Index</vt:lpstr>
      <vt:lpstr>Index</vt:lpstr>
      <vt:lpstr>Aggregate</vt:lpstr>
      <vt:lpstr>Authentication</vt:lpstr>
      <vt:lpstr>Mongoose의 치명적인 단점</vt:lpstr>
      <vt:lpstr>Bcrypt</vt:lpstr>
      <vt:lpstr>Bcrypt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강사 소개</dc:title>
  <dc:creator>진혁 방</dc:creator>
  <cp:lastModifiedBy>방진혁</cp:lastModifiedBy>
  <cp:revision>421</cp:revision>
  <dcterms:created xsi:type="dcterms:W3CDTF">2021-08-11T13:53:19Z</dcterms:created>
  <dcterms:modified xsi:type="dcterms:W3CDTF">2021-10-18T09:38:20Z</dcterms:modified>
</cp:coreProperties>
</file>