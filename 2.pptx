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2" r:id="rId3"/>
    <p:sldId id="263" r:id="rId4"/>
    <p:sldId id="264" r:id="rId5"/>
    <p:sldId id="278" r:id="rId6"/>
    <p:sldId id="279" r:id="rId7"/>
    <p:sldId id="282" r:id="rId8"/>
    <p:sldId id="281" r:id="rId9"/>
    <p:sldId id="283" r:id="rId10"/>
    <p:sldId id="284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A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2" d="100"/>
          <a:sy n="92" d="100"/>
        </p:scale>
        <p:origin x="307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F2871A-5F54-4B44-BD88-A9872D3E4D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073CEF-720D-4E40-8B02-7AC35476A5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34453B-BBE4-4423-BEB3-84BA2AC8D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74511A-83BF-4B71-8C7C-9A4D695ED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E0AAF5-E1A5-4EB3-9BDA-2FEE3F3CB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038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4FC6F1-607F-404E-A76B-0E5363CEE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30E43B-A2CE-46C8-A684-1589D6CF0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5DD909-7D81-45E0-BE50-626F3BE2C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B05CEF-D2B3-4DA7-BECD-6EA326463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90ED5F-55B5-42AB-AE4B-ABC66BDD9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900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B53ECE-A0BB-4C26-9991-04863D8BF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0C93A-C150-4083-95BE-80D501ABF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2547A2-972E-4B7C-A541-8CBFF6AA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E43C4F-5BF1-466D-AB44-9E311B147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722CC0-447F-492F-B070-CDD5F3B9C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674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92E94D-3774-4DB3-86C0-A03FA7123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0A1D51-513F-499C-A056-56C5E531D3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0C2745-777C-42BD-88AD-0A06C302E5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B5E045-0489-437D-A534-69392FEC1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0A2493E-785A-44DA-9D7E-6AEB833F0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79F784-CEFA-4109-B1B4-BA2FE139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2876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440F5-5133-4D88-9060-0823338F9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CFC2B1-A9DA-44C8-B0DB-E290DDD7B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43C564-9046-4399-84D9-0C19FD667F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8F998C-D3DC-4B59-B45A-868C1CD80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C06BA47-C578-422E-980D-9A7DA3C315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217A4AC-753F-456F-AD04-45A18E699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4E167AD-10F8-435F-A867-24FAA5000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903288B-7622-4E8D-9CE7-D830D7C38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978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8EC5E-849F-460C-86BA-305F522AD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1F0EE33-FD19-4E6B-9633-3501DB083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14A724A-FEA9-4EDF-B460-FE5D81C47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1F93AFE-3257-49F1-95A7-50ECE7EE7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7538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C302FB-BB05-4377-AFEF-8A5393682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AE19AB4-1DB6-4F0F-A6BA-CAA644D25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FA20C4-A8FB-4C06-B1A7-E313D3737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5238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61DC3F-A9B6-49A1-ACBF-7F617C4A1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998400-7D3C-4B0F-8240-F536BEE64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8BFD88-AF8C-41FA-8002-C75E42D09C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E416D1-4EDB-464B-B083-5D7A7871F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790510-8EA0-4E5A-AF9D-710F58623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022DE0-1F46-4A06-9D1F-ECDE718B5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008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0A62A3-E505-4EEB-8395-573B6D4A0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4C7DD1E-EB7F-41F6-AAF7-96F60C4EC7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62022B-15AB-478E-99BC-7BE635229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DCDE66-57D6-4CEB-A183-AB748BF6F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8EF578-9CFE-4FC9-BDEE-F7FAE7B76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060A94-9A29-4E93-8E70-82B6C4A00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7462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9B7AF4-0837-4B86-BB6A-0E19B9BB2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9720EE9-1227-4FF1-A28C-7451FF0166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F658B6-845E-440E-8733-9D96795D2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18459C-5929-4018-8656-9F8150514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9BA47D-9A07-4BAC-853E-2CE00A043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3898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3BE7BED-8E51-42F5-B2B9-582DD53122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7D0A4F3-7010-4CB6-86FE-B7296DF634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CAD0C4-E02D-472D-AFCE-95A15023F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B102EA-3A46-4167-87D7-FAAB5C621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B0F4BB-EEC0-4BC5-BB9A-D50CB0FAB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929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tx1"/>
            </a:gs>
            <a:gs pos="100000">
              <a:srgbClr val="00123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62DE0E0-27AB-4082-9BD7-8C5663F8B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F95762-1F89-412F-9FC3-CE62DF5CB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A63F4F-836E-402D-89CD-36ECF633DC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9EA67D-C092-4466-B85D-FA53090A0B62}" type="datetimeFigureOut">
              <a:rPr lang="ko-KR" altLang="en-US" smtClean="0"/>
              <a:t>2021-10-18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0C55FC-3EC7-485F-AD1B-53ADD59EA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540418-5420-4BA9-A18A-DD846B7429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B7DE4-58A3-470F-9A29-2E943AAD3B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40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npmjs.com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expressjs.com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모듈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프로그램의 일부를 구성하는 요소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소프트웨어의 규모가 커지면 유지보수와 재사용성을 높이기 위해 파일을 분리함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6254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Common.js?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ES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의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6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번째 버전이 나오기 전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자바스크립트에서 모듈을 사용하기 위해 만들어짐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Node.js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에서 채용한 모듈 시스템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ES6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에도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import/export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가 있지만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node.js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에서 기본으로 사용하는 것은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common.js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의 모듈 시스템임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2001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Common.js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기본 사용법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2378507-F511-428E-88B3-B407EC3BACB5}"/>
              </a:ext>
            </a:extLst>
          </p:cNvPr>
          <p:cNvGrpSpPr/>
          <p:nvPr/>
        </p:nvGrpSpPr>
        <p:grpSpPr>
          <a:xfrm>
            <a:off x="259116" y="1171111"/>
            <a:ext cx="11673767" cy="5401663"/>
            <a:chOff x="149996" y="1091212"/>
            <a:chExt cx="11673767" cy="5401663"/>
          </a:xfrm>
        </p:grpSpPr>
        <p:pic>
          <p:nvPicPr>
            <p:cNvPr id="7" name="그림 6" descr="텍스트이(가) 표시된 사진&#10;&#10;자동 생성된 설명">
              <a:extLst>
                <a:ext uri="{FF2B5EF4-FFF2-40B4-BE49-F238E27FC236}">
                  <a16:creationId xmlns:a16="http://schemas.microsoft.com/office/drawing/2014/main" id="{606310DB-446E-4E7A-9244-6C8FBFF105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996" y="1091212"/>
              <a:ext cx="6588156" cy="5401663"/>
            </a:xfrm>
            <a:prstGeom prst="rect">
              <a:avLst/>
            </a:prstGeom>
          </p:spPr>
        </p:pic>
        <p:pic>
          <p:nvPicPr>
            <p:cNvPr id="9" name="그림 8" descr="텍스트이(가) 표시된 사진&#10;&#10;자동 생성된 설명">
              <a:extLst>
                <a:ext uri="{FF2B5EF4-FFF2-40B4-BE49-F238E27FC236}">
                  <a16:creationId xmlns:a16="http://schemas.microsoft.com/office/drawing/2014/main" id="{2C69FD78-535F-40DC-ABD6-FE42BC509D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35607" y="1270061"/>
              <a:ext cx="6588156" cy="31167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45091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이(가) 표시된 사진&#10;&#10;자동 생성된 설명">
            <a:extLst>
              <a:ext uri="{FF2B5EF4-FFF2-40B4-BE49-F238E27FC236}">
                <a16:creationId xmlns:a16="http://schemas.microsoft.com/office/drawing/2014/main" id="{5C93C9FC-BB4E-4F2D-AC74-1FC2FFD07E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9083" y="772460"/>
            <a:ext cx="6522128" cy="469856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더 제대로 </a:t>
            </a:r>
            <a:r>
              <a:rPr lang="ko-KR" altLang="en-US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써보기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F7C10F6C-A487-4209-ACF3-405F1F8F98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9083" y="3806651"/>
            <a:ext cx="9824621" cy="332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613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Node.js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JS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를 브라우저 밖에서 돌리기 위한 런타임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ko-KR" altLang="en-US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크로미움에도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쓰이는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V8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엔진으로 만듦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특징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: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비동기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event-driven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런타임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marL="0" indent="0">
              <a:buNone/>
            </a:pP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단일 쓰레드임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-&gt;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프로세스를 여러 개 생성해서 해결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dirty="0" err="1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npm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등으로 모듈 관리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9843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동기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vs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비동기</a:t>
            </a:r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17D26E32-770B-466F-ACBF-B0A7A7768C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52" y="1027906"/>
            <a:ext cx="5710879" cy="5291600"/>
          </a:xfrm>
          <a:prstGeom prst="rect">
            <a:avLst/>
          </a:prstGeom>
        </p:spPr>
      </p:pic>
      <p:pic>
        <p:nvPicPr>
          <p:cNvPr id="9" name="그림 8" descr="텍스트이(가) 표시된 사진&#10;&#10;자동 생성된 설명">
            <a:extLst>
              <a:ext uri="{FF2B5EF4-FFF2-40B4-BE49-F238E27FC236}">
                <a16:creationId xmlns:a16="http://schemas.microsoft.com/office/drawing/2014/main" id="{589008FA-7598-4C18-82EE-BC2C418570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2676" y="958698"/>
            <a:ext cx="5710879" cy="5430016"/>
          </a:xfrm>
          <a:prstGeom prst="rect">
            <a:avLst/>
          </a:prstGeom>
        </p:spPr>
      </p:pic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5E04C851-4CF8-45B1-A30C-5830A3656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0517" y="5791662"/>
            <a:ext cx="892947" cy="527844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동기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7B1ADB20-3909-450F-BB34-D2EB6B76AEEA}"/>
              </a:ext>
            </a:extLst>
          </p:cNvPr>
          <p:cNvSpPr txBox="1">
            <a:spLocks/>
          </p:cNvSpPr>
          <p:nvPr/>
        </p:nvSpPr>
        <p:spPr>
          <a:xfrm>
            <a:off x="8107940" y="5791662"/>
            <a:ext cx="1420349" cy="527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비동기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5428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Node Package Manager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Node.js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모듈을 관리해주는 패키지 매니저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Node.js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와 함께 기본으로 설치된다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</a:t>
            </a:r>
          </a:p>
          <a:p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모듈 간의 의존성을 관리해준다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</a:t>
            </a:r>
          </a:p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인터넷으로 모듈을 배포하고 사용할 수 있도록 해준다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</a:t>
            </a:r>
          </a:p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프로젝트 또한 관리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hlinkClick r:id="rId2"/>
              </a:rPr>
              <a:t>https://npmjs.com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8763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NPM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사용해보기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BBB7C0D-74E0-43A5-9AA5-E2936FF99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9676" y="832467"/>
            <a:ext cx="5695950" cy="4305300"/>
          </a:xfrm>
          <a:prstGeom prst="rect">
            <a:avLst/>
          </a:prstGeom>
        </p:spPr>
      </p:pic>
      <p:pic>
        <p:nvPicPr>
          <p:cNvPr id="9" name="그림 8" descr="텍스트이(가) 표시된 사진&#10;&#10;자동 생성된 설명">
            <a:extLst>
              <a:ext uri="{FF2B5EF4-FFF2-40B4-BE49-F238E27FC236}">
                <a16:creationId xmlns:a16="http://schemas.microsoft.com/office/drawing/2014/main" id="{351E5689-2971-4254-8B3C-206BFBCECD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7759" y="916829"/>
            <a:ext cx="8191685" cy="5473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585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Express</a:t>
            </a:r>
            <a:endParaRPr lang="ko-KR" altLang="en-US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710C4-C498-4BD8-A2A7-ADCB73FE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hlinkClick r:id="rId2"/>
              </a:rPr>
              <a:t>https://expressjs.com/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우리가 사용할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Node.js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서버 프레임워크</a:t>
            </a:r>
            <a:endParaRPr lang="en-US" altLang="ko-KR" dirty="0">
              <a:solidFill>
                <a:schemeClr val="bg1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마이크로 프레임워크이다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</a:t>
            </a:r>
          </a:p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Node.js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로 서버 개발을 하면 대부분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Express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나 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Express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에 기반한 프레임워크를 사용한다</a:t>
            </a:r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5261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C5E61-1987-4B08-9124-DBC866F7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Express </a:t>
            </a:r>
            <a:r>
              <a:rPr lang="ko-KR" altLang="en-US" dirty="0">
                <a:solidFill>
                  <a:schemeClr val="bg1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사용해보기</a:t>
            </a:r>
          </a:p>
        </p:txBody>
      </p:sp>
      <p:pic>
        <p:nvPicPr>
          <p:cNvPr id="4" name="그림 3" descr="텍스트이(가) 표시된 사진&#10;&#10;자동 생성된 설명">
            <a:extLst>
              <a:ext uri="{FF2B5EF4-FFF2-40B4-BE49-F238E27FC236}">
                <a16:creationId xmlns:a16="http://schemas.microsoft.com/office/drawing/2014/main" id="{064D5C28-2F29-4AA2-9FE3-E4913D7BE5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2321" y="1027906"/>
            <a:ext cx="7516102" cy="633453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0E56138-1C17-46C0-975F-065B767F85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8377" y="850222"/>
            <a:ext cx="621030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701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1360</TotalTime>
  <Words>179</Words>
  <Application>Microsoft Office PowerPoint</Application>
  <PresentationFormat>와이드스크린</PresentationFormat>
  <Paragraphs>38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나눔스퀘어라운드 Regular</vt:lpstr>
      <vt:lpstr>맑은 고딕</vt:lpstr>
      <vt:lpstr>Arial</vt:lpstr>
      <vt:lpstr>Office 테마</vt:lpstr>
      <vt:lpstr>모듈</vt:lpstr>
      <vt:lpstr>Common.js?</vt:lpstr>
      <vt:lpstr>Common.js 기본 사용법</vt:lpstr>
      <vt:lpstr>더 제대로 써보기</vt:lpstr>
      <vt:lpstr>Node.js</vt:lpstr>
      <vt:lpstr>동기 vs 비동기</vt:lpstr>
      <vt:lpstr>Node Package Manager</vt:lpstr>
      <vt:lpstr>NPM 사용해보기</vt:lpstr>
      <vt:lpstr>Express</vt:lpstr>
      <vt:lpstr>Express 사용해보기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강사 소개</dc:title>
  <dc:creator>진혁 방</dc:creator>
  <cp:lastModifiedBy>방진혁</cp:lastModifiedBy>
  <cp:revision>244</cp:revision>
  <dcterms:created xsi:type="dcterms:W3CDTF">2021-08-11T13:53:19Z</dcterms:created>
  <dcterms:modified xsi:type="dcterms:W3CDTF">2021-10-18T09:37:25Z</dcterms:modified>
</cp:coreProperties>
</file>