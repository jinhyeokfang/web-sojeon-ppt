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1" r:id="rId3"/>
    <p:sldId id="262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1236"/>
    <a:srgbClr val="36A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92" d="100"/>
          <a:sy n="92" d="100"/>
        </p:scale>
        <p:origin x="307" y="7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F2871A-5F54-4B44-BD88-A9872D3E4D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9073CEF-720D-4E40-8B02-7AC35476A5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834453B-BBE4-4423-BEB3-84BA2AC8DA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EA67D-C092-4466-B85D-FA53090A0B62}" type="datetimeFigureOut">
              <a:rPr lang="ko-KR" altLang="en-US" smtClean="0"/>
              <a:t>2021-10-18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D74511A-83BF-4B71-8C7C-9A4D695ED1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9E0AAF5-E1A5-4EB3-9BDA-2FEE3F3CB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B7DE4-58A3-470F-9A29-2E943AAD3B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50388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4FC6F1-607F-404E-A76B-0E5363CEE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B30E43B-A2CE-46C8-A684-1589D6CF06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A5DD909-7D81-45E0-BE50-626F3BE2C6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EA67D-C092-4466-B85D-FA53090A0B62}" type="datetimeFigureOut">
              <a:rPr lang="ko-KR" altLang="en-US" smtClean="0"/>
              <a:t>2021-10-18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7B05CEF-D2B3-4DA7-BECD-6EA326463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990ED5F-55B5-42AB-AE4B-ABC66BDD9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B7DE4-58A3-470F-9A29-2E943AAD3B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09008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B53ECE-A0BB-4C26-9991-04863D8BF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D90C93A-C150-4083-95BE-80D501ABF0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42547A2-972E-4B7C-A541-8CBFF6AAF7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EA67D-C092-4466-B85D-FA53090A0B62}" type="datetimeFigureOut">
              <a:rPr lang="ko-KR" altLang="en-US" smtClean="0"/>
              <a:t>2021-10-18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9E43C4F-5BF1-466D-AB44-9E311B147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B722CC0-447F-492F-B070-CDD5F3B9C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B7DE4-58A3-470F-9A29-2E943AAD3B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16741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92E94D-3774-4DB3-86C0-A03FA7123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40A1D51-513F-499C-A056-56C5E531D3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D0C2745-777C-42BD-88AD-0A06C302E5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FB5E045-0489-437D-A534-69392FEC1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EA67D-C092-4466-B85D-FA53090A0B62}" type="datetimeFigureOut">
              <a:rPr lang="ko-KR" altLang="en-US" smtClean="0"/>
              <a:t>2021-10-18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0A2493E-785A-44DA-9D7E-6AEB833F0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F79F784-CEFA-4109-B1B4-BA2FE139F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B7DE4-58A3-470F-9A29-2E943AAD3B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28762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3440F5-5133-4D88-9060-0823338F91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ACFC2B1-A9DA-44C8-B0DB-E290DDD7B0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A43C564-9046-4399-84D9-0C19FD667F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A8F998C-D3DC-4B59-B45A-868C1CD807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C06BA47-C578-422E-980D-9A7DA3C315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217A4AC-753F-456F-AD04-45A18E699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EA67D-C092-4466-B85D-FA53090A0B62}" type="datetimeFigureOut">
              <a:rPr lang="ko-KR" altLang="en-US" smtClean="0"/>
              <a:t>2021-10-18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4E167AD-10F8-435F-A867-24FAA5000E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903288B-7622-4E8D-9CE7-D830D7C38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B7DE4-58A3-470F-9A29-2E943AAD3B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49780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A8EC5E-849F-460C-86BA-305F522AD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1F0EE33-FD19-4E6B-9633-3501DB083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EA67D-C092-4466-B85D-FA53090A0B62}" type="datetimeFigureOut">
              <a:rPr lang="ko-KR" altLang="en-US" smtClean="0"/>
              <a:t>2021-10-18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14A724A-FEA9-4EDF-B460-FE5D81C47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1F93AFE-3257-49F1-95A7-50ECE7EE7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B7DE4-58A3-470F-9A29-2E943AAD3B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75385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4C302FB-BB05-4377-AFEF-8A5393682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EA67D-C092-4466-B85D-FA53090A0B62}" type="datetimeFigureOut">
              <a:rPr lang="ko-KR" altLang="en-US" smtClean="0"/>
              <a:t>2021-10-18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AE19AB4-1DB6-4F0F-A6BA-CAA644D25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0FA20C4-A8FB-4C06-B1A7-E313D3737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B7DE4-58A3-470F-9A29-2E943AAD3B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52387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61DC3F-A9B6-49A1-ACBF-7F617C4A12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C998400-7D3C-4B0F-8240-F536BEE64B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08BFD88-AF8C-41FA-8002-C75E42D09C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9E416D1-4EDB-464B-B083-5D7A7871F1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EA67D-C092-4466-B85D-FA53090A0B62}" type="datetimeFigureOut">
              <a:rPr lang="ko-KR" altLang="en-US" smtClean="0"/>
              <a:t>2021-10-18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2790510-8EA0-4E5A-AF9D-710F58623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0022DE0-1F46-4A06-9D1F-ECDE718B5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B7DE4-58A3-470F-9A29-2E943AAD3B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10087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0A62A3-E505-4EEB-8395-573B6D4A07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4C7DD1E-EB7F-41F6-AAF7-96F60C4EC7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462022B-15AB-478E-99BC-7BE6352298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8DCDE66-57D6-4CEB-A183-AB748BF6F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EA67D-C092-4466-B85D-FA53090A0B62}" type="datetimeFigureOut">
              <a:rPr lang="ko-KR" altLang="en-US" smtClean="0"/>
              <a:t>2021-10-18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A8EF578-9CFE-4FC9-BDEE-F7FAE7B763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B060A94-9A29-4E93-8E70-82B6C4A00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B7DE4-58A3-470F-9A29-2E943AAD3B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74623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9B7AF4-0837-4B86-BB6A-0E19B9BB2C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9720EE9-1227-4FF1-A28C-7451FF0166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2F658B6-845E-440E-8733-9D96795D2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EA67D-C092-4466-B85D-FA53090A0B62}" type="datetimeFigureOut">
              <a:rPr lang="ko-KR" altLang="en-US" smtClean="0"/>
              <a:t>2021-10-18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C18459C-5929-4018-8656-9F81505142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19BA47D-9A07-4BAC-853E-2CE00A043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B7DE4-58A3-470F-9A29-2E943AAD3B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38988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3BE7BED-8E51-42F5-B2B9-582DD53122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7D0A4F3-7010-4CB6-86FE-B7296DF634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9CAD0C4-E02D-472D-AFCE-95A15023F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EA67D-C092-4466-B85D-FA53090A0B62}" type="datetimeFigureOut">
              <a:rPr lang="ko-KR" altLang="en-US" smtClean="0"/>
              <a:t>2021-10-18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1B102EA-3A46-4167-87D7-FAAB5C621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1B0F4BB-EEC0-4BC5-BB9A-D50CB0FAB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B7DE4-58A3-470F-9A29-2E943AAD3B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9296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20000">
              <a:schemeClr val="tx1"/>
            </a:gs>
            <a:gs pos="100000">
              <a:srgbClr val="001236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62DE0E0-27AB-4082-9BD7-8C5663F8B9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4F95762-1F89-412F-9FC3-CE62DF5CBB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EA63F4F-836E-402D-89CD-36ECF633DC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9EA67D-C092-4466-B85D-FA53090A0B62}" type="datetimeFigureOut">
              <a:rPr lang="ko-KR" altLang="en-US" smtClean="0"/>
              <a:t>2021-10-18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40C55FC-3EC7-485F-AD1B-53ADD59EA8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1540418-5420-4BA9-A18A-DD846B7429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3B7DE4-58A3-470F-9A29-2E943AAD3B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0402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DC5E61-1987-4B08-9124-DBC866F78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Cookie</a:t>
            </a:r>
            <a:endParaRPr lang="ko-KR" altLang="en-US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5D710C4-C498-4BD8-A2A7-ADCB73FE0D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5257801" cy="4351338"/>
          </a:xfrm>
        </p:spPr>
        <p:txBody>
          <a:bodyPr/>
          <a:lstStyle/>
          <a:p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클라이언트에 </a:t>
            </a:r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key-value 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형태로 데이터를 저장</a:t>
            </a:r>
            <a:endParaRPr lang="en-US" altLang="ko-KR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주로 유출되어도 안전한 데이터를 저장</a:t>
            </a:r>
            <a:endParaRPr lang="en-US" altLang="ko-KR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pic>
        <p:nvPicPr>
          <p:cNvPr id="5" name="그림 4" descr="텍스트이(가) 표시된 사진&#10;&#10;자동 생성된 설명">
            <a:extLst>
              <a:ext uri="{FF2B5EF4-FFF2-40B4-BE49-F238E27FC236}">
                <a16:creationId xmlns:a16="http://schemas.microsoft.com/office/drawing/2014/main" id="{3F752BA9-FCC1-457C-A60D-C0DA69B9793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86" t="8932" r="9863" b="8608"/>
          <a:stretch/>
        </p:blipFill>
        <p:spPr>
          <a:xfrm>
            <a:off x="6684885" y="612558"/>
            <a:ext cx="4891598" cy="5655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90594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DC5E61-1987-4B08-9124-DBC866F78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Session</a:t>
            </a:r>
            <a:endParaRPr lang="ko-KR" altLang="en-US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5D710C4-C498-4BD8-A2A7-ADCB73FE0D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5257801" cy="4351338"/>
          </a:xfrm>
        </p:spPr>
        <p:txBody>
          <a:bodyPr/>
          <a:lstStyle/>
          <a:p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Cookie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와는 다르게 서버에 저장</a:t>
            </a:r>
            <a:endParaRPr lang="en-US" altLang="ko-KR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Cookie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에 담기 민감한 정보를 저장하는 데에 사용</a:t>
            </a:r>
            <a:endParaRPr lang="en-US" altLang="ko-KR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pic>
        <p:nvPicPr>
          <p:cNvPr id="5" name="그림 4" descr="텍스트이(가) 표시된 사진&#10;&#10;자동 생성된 설명">
            <a:extLst>
              <a:ext uri="{FF2B5EF4-FFF2-40B4-BE49-F238E27FC236}">
                <a16:creationId xmlns:a16="http://schemas.microsoft.com/office/drawing/2014/main" id="{93D268F5-0FCD-4010-B4CF-AEA9B45E08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0"/>
            <a:ext cx="544727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72627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DC5E61-1987-4B08-9124-DBC866F78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JWT</a:t>
            </a:r>
            <a:endParaRPr lang="ko-KR" altLang="en-US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5D710C4-C498-4BD8-A2A7-ADCB73FE0D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5257801" cy="4351338"/>
          </a:xfrm>
        </p:spPr>
        <p:txBody>
          <a:bodyPr/>
          <a:lstStyle/>
          <a:p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Json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</a:t>
            </a:r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Web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</a:t>
            </a:r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Token</a:t>
            </a:r>
          </a:p>
          <a:p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json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을 양방향 암호화하여 토큰으로 사용</a:t>
            </a:r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, 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복호화로 토큰 검증</a:t>
            </a:r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/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데이터 확인</a:t>
            </a:r>
            <a:endParaRPr lang="en-US" altLang="ko-KR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endParaRPr lang="en-US" altLang="ko-KR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pic>
        <p:nvPicPr>
          <p:cNvPr id="5" name="그림 4" descr="텍스트이(가) 표시된 사진&#10;&#10;자동 생성된 설명">
            <a:extLst>
              <a:ext uri="{FF2B5EF4-FFF2-40B4-BE49-F238E27FC236}">
                <a16:creationId xmlns:a16="http://schemas.microsoft.com/office/drawing/2014/main" id="{DC3980A3-ED65-4D02-A55B-FBDD0EE8AC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0"/>
            <a:ext cx="535459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10145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TM03457444[[fn=기본]]</Template>
  <TotalTime>2076</TotalTime>
  <Words>42</Words>
  <Application>Microsoft Office PowerPoint</Application>
  <PresentationFormat>와이드스크린</PresentationFormat>
  <Paragraphs>9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7" baseType="lpstr">
      <vt:lpstr>나눔스퀘어라운드 Regular</vt:lpstr>
      <vt:lpstr>맑은 고딕</vt:lpstr>
      <vt:lpstr>Arial</vt:lpstr>
      <vt:lpstr>Office 테마</vt:lpstr>
      <vt:lpstr>Cookie</vt:lpstr>
      <vt:lpstr>Session</vt:lpstr>
      <vt:lpstr>JWT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강사 소개</dc:title>
  <dc:creator>진혁 방</dc:creator>
  <cp:lastModifiedBy>방진혁</cp:lastModifiedBy>
  <cp:revision>415</cp:revision>
  <dcterms:created xsi:type="dcterms:W3CDTF">2021-08-11T13:53:19Z</dcterms:created>
  <dcterms:modified xsi:type="dcterms:W3CDTF">2021-10-18T09:40:27Z</dcterms:modified>
</cp:coreProperties>
</file>