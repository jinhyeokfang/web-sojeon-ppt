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7" r:id="rId4"/>
    <p:sldId id="265" r:id="rId5"/>
    <p:sldId id="266" r:id="rId6"/>
    <p:sldId id="268" r:id="rId7"/>
    <p:sldId id="271" r:id="rId8"/>
    <p:sldId id="269" r:id="rId9"/>
    <p:sldId id="270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AFFF"/>
    <a:srgbClr val="7CB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30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871A-5F54-4B44-BD88-A9872D3E4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073CEF-720D-4E40-8B02-7AC35476A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4453B-BBE4-4423-BEB3-84BA2AC8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4511A-83BF-4B71-8C7C-9A4D695E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0AAF5-E1A5-4EB3-9BDA-2FEE3F3C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FC6F1-607F-404E-A76B-0E5363C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30E43B-A2CE-46C8-A684-1589D6CF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DD909-7D81-45E0-BE50-626F3BE2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05CEF-D2B3-4DA7-BECD-6EA32646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0ED5F-55B5-42AB-AE4B-ABC66BDD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0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53ECE-A0BB-4C26-9991-04863D8B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0C93A-C150-4083-95BE-80D501ABF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2547A2-972E-4B7C-A541-8CBFF6AA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43C4F-5BF1-466D-AB44-9E311B14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22CC0-447F-492F-B070-CDD5F3B9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7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2E94D-3774-4DB3-86C0-A03FA712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A1D51-513F-499C-A056-56C5E531D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C2745-777C-42BD-88AD-0A06C302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B5E045-0489-437D-A534-69392FEC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A2493E-785A-44DA-9D7E-6AEB833F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9F784-CEFA-4109-B1B4-BA2FE139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7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40F5-5133-4D88-9060-0823338F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CFC2B1-A9DA-44C8-B0DB-E290DDD7B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43C564-9046-4399-84D9-0C19FD667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8F998C-D3DC-4B59-B45A-868C1CD80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06BA47-C578-422E-980D-9A7DA3C31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17A4AC-753F-456F-AD04-45A18E69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E167AD-10F8-435F-A867-24FAA500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03288B-7622-4E8D-9CE7-D830D7C3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97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8EC5E-849F-460C-86BA-305F522A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0EE33-FD19-4E6B-9633-3501DB08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4A724A-FEA9-4EDF-B460-FE5D81C4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F93AFE-3257-49F1-95A7-50ECE7EE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3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C302FB-BB05-4377-AFEF-8A539368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E19AB4-1DB6-4F0F-A6BA-CAA644D2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A20C4-A8FB-4C06-B1A7-E313D373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23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1DC3F-A9B6-49A1-ACBF-7F617C4A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98400-7D3C-4B0F-8240-F536BEE64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BFD88-AF8C-41FA-8002-C75E42D0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416D1-4EDB-464B-B083-5D7A7871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90510-8EA0-4E5A-AF9D-710F5862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22DE0-1F46-4A06-9D1F-ECDE718B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00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62A3-E505-4EEB-8395-573B6D4A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C7DD1E-EB7F-41F6-AAF7-96F60C4EC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2022B-15AB-478E-99BC-7BE63522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CDE66-57D6-4CEB-A183-AB748BF6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F578-9CFE-4FC9-BDEE-F7FAE7B7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060A94-9A29-4E93-8E70-82B6C4A0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46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B7AF4-0837-4B86-BB6A-0E19B9BB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720EE9-1227-4FF1-A28C-7451FF016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F658B6-845E-440E-8733-9D96795D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8459C-5929-4018-8656-9F815051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BA47D-9A07-4BAC-853E-2CE00A04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89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BE7BED-8E51-42F5-B2B9-582DD531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D0A4F3-7010-4CB6-86FE-B7296DF63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AD0C4-E02D-472D-AFCE-95A15023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102EA-3A46-4167-87D7-FAAB5C62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0F4BB-EEC0-4BC5-BB9A-D50CB0FA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tx1"/>
            </a:gs>
            <a:gs pos="100000">
              <a:srgbClr val="00123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2DE0E0-27AB-4082-9BD7-8C5663F8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F95762-1F89-412F-9FC3-CE62DF5C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63F4F-836E-402D-89CD-36ECF633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C55FC-3EC7-485F-AD1B-53ADD59EA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40418-5420-4BA9-A18A-DD846B74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0413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var: ES6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이전부터 사용하던 변수 선언 방법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웬만하면 사용하지 않는게 좋음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let: ES6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추가된 변수 선언방법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const: ES6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추가된 변수 선언 방법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let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과는 다르게 한번 값을 넣으면 변경할 수 없다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49F113-BA7A-434D-9C19-24A1DA549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81037"/>
            <a:ext cx="48768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1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0413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Number: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정수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실수 모두 타입은 모두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Number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String: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문자열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Boolean: true or false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Null: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말그대로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Null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Undefined: ‘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정의되지 않은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＇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 의미하는 값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Null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과 다름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Object: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객체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Null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과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Undefined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제외한 모든 인스턴스는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Object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85CB2A1-15D0-4D43-AA83-212A8F35A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755" y="728663"/>
            <a:ext cx="63627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3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괄호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[]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또는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new Array()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로 생성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배열에 들어간 값이 모두 같은 타입일 필요는 없음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F73EF47D-1D02-4C60-B53E-14CF23F5B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367" y="1027906"/>
            <a:ext cx="7557579" cy="45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87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조건문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조건연산자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==, != : </a:t>
            </a:r>
            <a:r>
              <a:rPr lang="ko-KR" altLang="en-US" b="1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값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을 비교함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타입이 달라도 상관없음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===, !==: ==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과 다르게 타입까지 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같은지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비교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조건문은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와 같음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842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반복문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for: c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언어와 같음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Array.forEach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배열을 돌며 반복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값을 받음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for .. in ..: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배열을 돌며 반복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인덱스를 받음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for .. of ..: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배열을 돌며 반복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값을 받음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F76CF0C5-70F3-4165-9A3B-8DEF4607D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190" y="0"/>
            <a:ext cx="7105868" cy="662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64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에서 함수는 일급 객체임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일급 객체의 특징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변수에 할당할 수 있음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인자로 넘길 수 있음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3.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리턴값으로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넘길 수 있음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화살표 함수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=&gt;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사용하는 축약형 함수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ES6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추가됨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97DDD005-74F4-4261-A273-DB4095960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349" y="720059"/>
            <a:ext cx="7199021" cy="582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1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= :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파라미터의 기본값을 정해준다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... 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전개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(spread)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구문이라고 한다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 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배열을 분해하거나 요소를 배열로 합치는데 사용한다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객체에도 사용 가능하다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8B792654-49B6-4503-9F8C-050332EEE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661" y="79899"/>
            <a:ext cx="6101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6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Object (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객체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데이터와 함수의 집합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{}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로 선언 가능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객체 내부에서 프로퍼티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데이터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접근할 때는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this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사용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ex) fun: function () {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	console.log(</a:t>
            </a: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this.str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}</a:t>
            </a: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BC5B9F2C-291F-48A2-84DC-7EC256D89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143" y="365125"/>
            <a:ext cx="6688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24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AC3D6FC4-D4C2-41BB-BE62-413CBC6E7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79" y="1828149"/>
            <a:ext cx="6265508" cy="50298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Object (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객체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ES6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추가된 표현법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04DEE4A0-F284-4E73-9C84-B7DD109C8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67" y="0"/>
            <a:ext cx="6519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28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콜백함수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백문불여일견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포함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JavaScript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에서 많이 쓰이는 문법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60791374-5CE5-4C03-A0EC-14F806331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722" y="-237386"/>
            <a:ext cx="6231134" cy="733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45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Promise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ES6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추가된 표현법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콜백함수의 단점을 보완하기 위해 만든 문법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998E302C-D2C7-4528-89D4-9D1D0090A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486" y="807868"/>
            <a:ext cx="7302083" cy="588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17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Async/Await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ES2017(ES8)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추가된 표현법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Promise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더 편하고 깔끔하게 사용하기 위해 만들어짐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6B7A0E2E-EEE2-4236-9045-CF935BC17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358" y="1056443"/>
            <a:ext cx="6904576" cy="557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81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Class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ES6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추가됨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Class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기반인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척하는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객체를 만들 수 있도록 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도와줌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setter getter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뿐만 아니라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static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도 가능하며 상속도 가능하다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BEE82594-B4FF-4713-8677-377C0DA78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269" y="-320642"/>
            <a:ext cx="5163245" cy="749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65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343</Words>
  <Application>Microsoft Office PowerPoint</Application>
  <PresentationFormat>와이드스크린</PresentationFormat>
  <Paragraphs>59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나눔스퀘어라운드 Regular</vt:lpstr>
      <vt:lpstr>맑은 고딕</vt:lpstr>
      <vt:lpstr>Arial</vt:lpstr>
      <vt:lpstr>Office 테마</vt:lpstr>
      <vt:lpstr>변수</vt:lpstr>
      <vt:lpstr>타입</vt:lpstr>
      <vt:lpstr>배열</vt:lpstr>
      <vt:lpstr>조건문/조건연산자</vt:lpstr>
      <vt:lpstr>반복문</vt:lpstr>
      <vt:lpstr>함수</vt:lpstr>
      <vt:lpstr>함수</vt:lpstr>
      <vt:lpstr>Object (객체)</vt:lpstr>
      <vt:lpstr>Object (객체)</vt:lpstr>
      <vt:lpstr>콜백함수</vt:lpstr>
      <vt:lpstr>Promise</vt:lpstr>
      <vt:lpstr>Async/Await</vt:lpstr>
      <vt:lpstr>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강사 소개</dc:title>
  <dc:creator>진혁 방</dc:creator>
  <cp:lastModifiedBy>방진혁</cp:lastModifiedBy>
  <cp:revision>196</cp:revision>
  <dcterms:created xsi:type="dcterms:W3CDTF">2021-08-11T13:53:19Z</dcterms:created>
  <dcterms:modified xsi:type="dcterms:W3CDTF">2021-10-18T09:39:05Z</dcterms:modified>
</cp:coreProperties>
</file>