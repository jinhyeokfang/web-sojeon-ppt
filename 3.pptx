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9" r:id="rId5"/>
    <p:sldId id="266" r:id="rId6"/>
    <p:sldId id="270" r:id="rId7"/>
    <p:sldId id="271" r:id="rId8"/>
    <p:sldId id="272" r:id="rId9"/>
    <p:sldId id="273" r:id="rId10"/>
    <p:sldId id="274" r:id="rId11"/>
    <p:sldId id="275" r:id="rId12"/>
    <p:sldId id="277" r:id="rId13"/>
    <p:sldId id="276" r:id="rId14"/>
    <p:sldId id="27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36"/>
    <a:srgbClr val="36A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2" d="100"/>
          <a:sy n="92" d="100"/>
        </p:scale>
        <p:origin x="30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2871A-5F54-4B44-BD88-A9872D3E4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073CEF-720D-4E40-8B02-7AC35476A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34453B-BBE4-4423-BEB3-84BA2AC8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74511A-83BF-4B71-8C7C-9A4D695E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E0AAF5-E1A5-4EB3-9BDA-2FEE3F3C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03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FC6F1-607F-404E-A76B-0E5363CE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30E43B-A2CE-46C8-A684-1589D6CF0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5DD909-7D81-45E0-BE50-626F3BE2C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B05CEF-D2B3-4DA7-BECD-6EA32646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90ED5F-55B5-42AB-AE4B-ABC66BDD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90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53ECE-A0BB-4C26-9991-04863D8B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0C93A-C150-4083-95BE-80D501ABF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2547A2-972E-4B7C-A541-8CBFF6AA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E43C4F-5BF1-466D-AB44-9E311B14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722CC0-447F-492F-B070-CDD5F3B9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7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2E94D-3774-4DB3-86C0-A03FA712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0A1D51-513F-499C-A056-56C5E531D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0C2745-777C-42BD-88AD-0A06C302E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B5E045-0489-437D-A534-69392FEC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A2493E-785A-44DA-9D7E-6AEB833F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9F784-CEFA-4109-B1B4-BA2FE139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87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440F5-5133-4D88-9060-0823338F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CFC2B1-A9DA-44C8-B0DB-E290DDD7B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43C564-9046-4399-84D9-0C19FD667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8F998C-D3DC-4B59-B45A-868C1CD80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06BA47-C578-422E-980D-9A7DA3C31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17A4AC-753F-456F-AD04-45A18E69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E167AD-10F8-435F-A867-24FAA500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03288B-7622-4E8D-9CE7-D830D7C3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97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8EC5E-849F-460C-86BA-305F522A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F0EE33-FD19-4E6B-9633-3501DB08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4A724A-FEA9-4EDF-B460-FE5D81C47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F93AFE-3257-49F1-95A7-50ECE7EE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53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C302FB-BB05-4377-AFEF-8A539368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E19AB4-1DB6-4F0F-A6BA-CAA644D2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FA20C4-A8FB-4C06-B1A7-E313D373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238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1DC3F-A9B6-49A1-ACBF-7F617C4A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998400-7D3C-4B0F-8240-F536BEE64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8BFD88-AF8C-41FA-8002-C75E42D09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E416D1-4EDB-464B-B083-5D7A7871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790510-8EA0-4E5A-AF9D-710F5862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022DE0-1F46-4A06-9D1F-ECDE718B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00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A62A3-E505-4EEB-8395-573B6D4A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C7DD1E-EB7F-41F6-AAF7-96F60C4EC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62022B-15AB-478E-99BC-7BE635229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DCDE66-57D6-4CEB-A183-AB748BF6F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8EF578-9CFE-4FC9-BDEE-F7FAE7B7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060A94-9A29-4E93-8E70-82B6C4A0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46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9B7AF4-0837-4B86-BB6A-0E19B9BB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720EE9-1227-4FF1-A28C-7451FF016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F658B6-845E-440E-8733-9D96795D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8459C-5929-4018-8656-9F815051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9BA47D-9A07-4BAC-853E-2CE00A04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89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BE7BED-8E51-42F5-B2B9-582DD5312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D0A4F3-7010-4CB6-86FE-B7296DF63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AD0C4-E02D-472D-AFCE-95A15023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B102EA-3A46-4167-87D7-FAAB5C62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B0F4BB-EEC0-4BC5-BB9A-D50CB0FA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2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tx1"/>
            </a:gs>
            <a:gs pos="100000">
              <a:srgbClr val="00123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2DE0E0-27AB-4082-9BD7-8C5663F8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F95762-1F89-412F-9FC3-CE62DF5C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A63F4F-836E-402D-89CD-36ECF633D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C55FC-3EC7-485F-AD1B-53ADD59EA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40418-5420-4BA9-A18A-DD846B742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4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HTTP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메소드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GET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POST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PUT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PATCH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305379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HTTP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상태 코드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667250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100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200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201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300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400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400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401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403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404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409</a:t>
            </a:r>
          </a:p>
        </p:txBody>
      </p:sp>
    </p:spTree>
    <p:extLst>
      <p:ext uri="{BB962C8B-B14F-4D97-AF65-F5344CB8AC3E}">
        <p14:creationId xmlns:p14="http://schemas.microsoft.com/office/powerpoint/2010/main" val="3875060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Express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에서 요청과 응답 처리하기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2F10BA-D541-4193-ABEE-3BC3B272CEA9}"/>
              </a:ext>
            </a:extLst>
          </p:cNvPr>
          <p:cNvGrpSpPr/>
          <p:nvPr/>
        </p:nvGrpSpPr>
        <p:grpSpPr>
          <a:xfrm>
            <a:off x="-117056" y="1027906"/>
            <a:ext cx="12639175" cy="5843877"/>
            <a:chOff x="88777" y="863201"/>
            <a:chExt cx="12639175" cy="5843877"/>
          </a:xfrm>
        </p:grpSpPr>
        <p:pic>
          <p:nvPicPr>
            <p:cNvPr id="7" name="그림 6" descr="텍스트이(가) 표시된 사진&#10;&#10;자동 생성된 설명">
              <a:extLst>
                <a:ext uri="{FF2B5EF4-FFF2-40B4-BE49-F238E27FC236}">
                  <a16:creationId xmlns:a16="http://schemas.microsoft.com/office/drawing/2014/main" id="{980A3707-2F96-4117-9F44-D49334634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77" y="944963"/>
              <a:ext cx="6165226" cy="5762115"/>
            </a:xfrm>
            <a:prstGeom prst="rect">
              <a:avLst/>
            </a:prstGeom>
          </p:spPr>
        </p:pic>
        <p:pic>
          <p:nvPicPr>
            <p:cNvPr id="9" name="그림 8" descr="텍스트이(가) 표시된 사진&#10;&#10;자동 생성된 설명">
              <a:extLst>
                <a:ext uri="{FF2B5EF4-FFF2-40B4-BE49-F238E27FC236}">
                  <a16:creationId xmlns:a16="http://schemas.microsoft.com/office/drawing/2014/main" id="{52C21B42-CD0A-4CF3-8773-0BBAA5ED0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3219" y="863201"/>
              <a:ext cx="7874733" cy="57639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926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Router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로 분리하기</a:t>
            </a: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6D155D71-A200-4B53-A91E-1603850DD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474" y="1118772"/>
            <a:ext cx="6599530" cy="4889588"/>
          </a:xfrm>
          <a:prstGeom prst="rect">
            <a:avLst/>
          </a:prstGeom>
        </p:spPr>
      </p:pic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E2F2FD27-10F3-4A04-AFED-C3CE00668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062" y="1105802"/>
            <a:ext cx="7403923" cy="48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92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템플릿 엔진 사용하기</a:t>
            </a: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4784325C-5151-4297-8DCD-5F952D93A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2323" y="1257161"/>
            <a:ext cx="7622932" cy="5769513"/>
          </a:xfrm>
          <a:prstGeom prst="rect">
            <a:avLst/>
          </a:prstGeom>
        </p:spPr>
      </p:pic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1E897587-E784-4A63-9E2C-46FDA257F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57161"/>
            <a:ext cx="5223428" cy="576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946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미들웨어</a:t>
            </a: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1F3436B6-D048-493F-ABD4-B16AFDD51C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3" t="12427" r="7904" b="11970"/>
          <a:stretch/>
        </p:blipFill>
        <p:spPr>
          <a:xfrm>
            <a:off x="838200" y="1789891"/>
            <a:ext cx="6798013" cy="409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078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유용한 미들웨어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express.static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A693E229-58E9-4A6A-A3B5-0F69476C8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434" y="1466850"/>
            <a:ext cx="109728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66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유용한 미들웨어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morgan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B9DBEE42-E25A-49DB-AAEC-1559F0E07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2193" y="1276350"/>
            <a:ext cx="9391650" cy="43053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C8ED313-FFAC-4824-BFC3-CB454B345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4827047"/>
            <a:ext cx="10515599" cy="59531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시간이 된다면 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winston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도 </a:t>
            </a:r>
            <a:r>
              <a:rPr lang="ko-KR" altLang="en-US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공부해보시길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0951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유용한 미들웨어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cors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BA5D86AB-98A9-40AB-A3D8-FB4D96656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6052" y="1276350"/>
            <a:ext cx="904875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42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유용한 미들웨어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helmet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A5D86AB-98A9-40AB-A3D8-FB4D96656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66052" y="1359144"/>
            <a:ext cx="9048750" cy="413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25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유용한 미들웨어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compression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A5D86AB-98A9-40AB-A3D8-FB4D96656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66052" y="1524886"/>
            <a:ext cx="9048750" cy="380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34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유용한 미들웨어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multer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13C714BD-F58F-485C-B1A3-B4C633E43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7906"/>
            <a:ext cx="10359957" cy="518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743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유용한 미들웨어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이 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csurf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express-session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passport</a:t>
            </a: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등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650700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dotenv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6E549122-A853-4D7A-9446-42163F8C7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9104" y="1085850"/>
            <a:ext cx="923925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52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TM03457444[[fn=기본]]</Template>
  <TotalTime>1682</TotalTime>
  <Words>74</Words>
  <Application>Microsoft Office PowerPoint</Application>
  <PresentationFormat>와이드스크린</PresentationFormat>
  <Paragraphs>34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나눔스퀘어라운드 Regular</vt:lpstr>
      <vt:lpstr>맑은 고딕</vt:lpstr>
      <vt:lpstr>Arial</vt:lpstr>
      <vt:lpstr>Office 테마</vt:lpstr>
      <vt:lpstr>HTTP 메소드</vt:lpstr>
      <vt:lpstr>HTTP 상태 코드</vt:lpstr>
      <vt:lpstr>Express에서 요청과 응답 처리하기</vt:lpstr>
      <vt:lpstr>Router로 분리하기</vt:lpstr>
      <vt:lpstr>템플릿 엔진 사용하기</vt:lpstr>
      <vt:lpstr>미들웨어</vt:lpstr>
      <vt:lpstr>유용한 미들웨어 – express.static</vt:lpstr>
      <vt:lpstr>유용한 미들웨어 – morgan</vt:lpstr>
      <vt:lpstr>유용한 미들웨어 – cors</vt:lpstr>
      <vt:lpstr>유용한 미들웨어 – helmet</vt:lpstr>
      <vt:lpstr>유용한 미들웨어 – compression</vt:lpstr>
      <vt:lpstr>유용한 미들웨어 – multer</vt:lpstr>
      <vt:lpstr>유용한 미들웨어 – 이 외</vt:lpstr>
      <vt:lpstr>dotenv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강사 소개</dc:title>
  <dc:creator>진혁 방</dc:creator>
  <cp:lastModifiedBy>방진혁</cp:lastModifiedBy>
  <cp:revision>309</cp:revision>
  <dcterms:created xsi:type="dcterms:W3CDTF">2021-08-11T13:53:19Z</dcterms:created>
  <dcterms:modified xsi:type="dcterms:W3CDTF">2021-10-18T09:37:47Z</dcterms:modified>
</cp:coreProperties>
</file>